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
Pokażę system, który nie tylko alarmuje po przekroczeniu progu, ale przewiduje, kiedy maszyna będzie wymagała kontroli – i podaje dlaczego.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0:20–0:45
Przestój nieplanowany jest najdroższy; serwis „co 200 h” bywa za wcześnie albo za późno. Przemysł 4.0 to pomiar + analiza + komunikacja – i to realizuje ten projekt.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0:45–1:30
Tabela pokazuje, że projekt pokrywa wszystkie progi. Przyspieszony czas: to, co w zakładzie trwa tygodnie, pokażę w trzy minuty – we wdrożeniu wystarczy zmienić jedną stałą.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1:30–2:10
Na schemacie: w środku ESP32, u góry wyświetlacz i akcelerometr na dwóch osobnych magistralach, po lewej kolumna sygnalizacyjna, po prawej przyciski operatora, przełącznik pracy maszyny i czujnik temperatury.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2:10–3:00
Timer 100 Hz budzi zadanie akwizycji, które co sekundę oddaje sumy okna drgań sterownikowi. Sterownik liczy analizę i obsługuje operatora, a komunikacja MQTT ma własny rdzeń – zawieszona sieć nie zatrzymuje pomiarów.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3:00–3:45
Każde 10 °C powyżej 40 podwaja tempo starzenia smaru i izolacji; drgania ponad granicę strefy B przyspieszają zużycie łożysk z trzecią potęgą. Trend uznajemy tylko wtedy, gdy jest wiarygodny – szum nie generuje fałszywych prognoz.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3:45–4:30
Te same drgania mogą znaczyć co innego: z rosnącą temperaturą to typowy objaw łożyska, przy stałej temperaturze raczej niewyważenie. Alarmy obsługuję wg ISA-18.2 – z kwitowaniem, histerezą i zwłoką, żeby nie było powodzi alarmów. Za chwilę to pokażę na żywo.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4:30–7:30 – przełączam na kartę Wokwi. Skrypt reżysera (demo/rezyser_demo.js) może prowadzić demonstrację automatycznie z podpisami; w razie problemów z siecią sali – nagranie.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7:30–8:45
To najciekawsza część pracy inżynierskiej: objaw niemożliwy według logiki. Wykluczyłem dostęp z innych zadań i liczby zmiennoprzecinkowe w przerwaniach, postawiłem hipotezę o przełączaniu kontekstu FPU, potwierdziłem ją izolowanym testem z próbą kontrolną, a poprawkę zmierzyłem w docelowym programie: 105 błędów w 270 s przed, zero po. Na prawdziwym ESP32 to rozwiązanie też pomaga – zadanie 100 Hz nie przełącza kontekstu FPU.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8:45–9:10
To różnica między zwykłym progiem a predykcją: system wskazał potrzebę przeglądu, zanim cokolwiek przekroczyło próg, i podał przyczynę – trend temperatury.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9:10–9:35
Scenariusze obejmują przypadki standardowe, brzegowe – restart, skok w środku okna pomiarowego – i awaryjne, jak odłączony czujnik. Wszystkie wyniki są w TESTY.md z fragmentami dzienników.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9:35–9:50
Najbliższy krok to prawdziwy czujnik drgań z analizą widma – wtedy diagnoza łożyska opiera się na częstotliwościach charakterystycznych, a nie tylko na korelacji z temperaturą.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9:50–10:00
System mierzy, łączy parametry, przewiduje termin kontroli i mówi, co jest prawdopodobną przyczyną – a cała logika jest przetestowana i udokumentowana. Dziękuję.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zapasowy – do pytań.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 zapasowy – do pytań o architekturę.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Inteligentny system utrzymania ruchu maszyn</dc:title>
  <dc:subject>WTP4 – predykcja terminu kontroli maszyny (ESP32, MQTT, Wokwi)</dc:subject>
  <dc:creator>Created by Marp</dc:creator>
  <cp:lastModifiedBy>Created by Marp</cp:lastModifiedBy>
  <cp:revision>1</cp:revision>
  <dcterms:created xsi:type="dcterms:W3CDTF">2026-10-14T07:23:30Z</dcterms:created>
  <dcterms:modified xsi:type="dcterms:W3CDTF">2026-10-14T07:23:30Z</dcterms:modified>
</cp:coreProperties>
</file>